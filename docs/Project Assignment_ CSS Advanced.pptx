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8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9EFA6A3-0B09-240B-A434-976411AAA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2F2F66A1-4608-003C-C3F5-C2EA3C3EA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A5705B4-E4F5-8202-784A-E28DBA86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223D7B5-C509-9E66-C228-2B7763032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A5E1DE9-9527-A6C9-A7AD-47C5E1CA6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300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9CA55A-C652-E720-8CFB-7CB213B58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741547E-C74B-33A9-8B46-3403921036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09B09DC-AB48-C425-54A0-5C24D9C66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B0BF9DC-70B4-D40F-472E-B3B17150A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884818-8D2B-7281-A2BD-D10C06A18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5527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63BAD2-636F-0C33-F9D5-F7F8436C3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B08605C-0C0D-B4A8-2BC8-C5BD72A4A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D8055A2-DABB-7A60-6310-C62A0B1EF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AD02F3FB-7B5C-7C12-0137-2A4BB1FD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B87D136-8365-368E-E316-EE1F21CE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1799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61587C-0329-B48A-D713-693E1334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433D821-C12D-9C6C-BA15-1D3F9DD818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B6CFE0-5C83-D88C-BFCF-683606F152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1BB3BFE-9E7A-23C1-7794-95E2F61CB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7A99C6AE-069D-5C15-8E51-9776563E7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DB0EFC8-B1B5-A9C6-F2E2-CC5B2BBB6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4765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36663B-9419-1BA8-BA22-D96384628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A75D21E-42F1-8A19-53E7-02C2F9841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0E96389-0816-C3DA-D020-4D4F62BDB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363B738-4487-58DA-86C9-056EFA4B34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229E5E80-D3F0-398B-D302-33407BDBAC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5413653-746D-D79F-B32C-DD99D5CF8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1CA98AF5-C68A-F9FE-6353-10517EAA0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F9391551-F92A-1B18-6A75-01198270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041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3FC7EF-A327-BD2B-D3D1-579D65D2D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A47A2CC-5ECF-2BE7-6FE2-A2BB121E1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76DE84A-E2DA-5C58-A4E6-766D9255E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CF2C914-4C39-9E90-5986-7763BE18B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41878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8FF28E1-FC4C-B15E-C226-4C5F8588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D37B8A4F-64FA-6736-31DA-A2B5DD18F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302B90D-62F0-17BF-34D4-7DD41F39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4910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10CFD-B4A5-9D93-D02F-0E2613757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9B8689B-C4A5-6CE2-44B0-A0066C001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46440F1-C95B-03D0-B31F-BF4D423EA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C938A663-BFC0-6A40-F2A4-570187617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262E810-C513-C703-D80E-A1B9F4DB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247CB62-E063-ED5F-6209-346A475DB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6629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CC7A33-CFBD-0CF1-B3F4-025F0666D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050E803B-92F8-C87D-F35B-5C38D3F75A2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B0B9B22-54EC-302D-6FB8-4BC9DE55F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3052AFD-A432-AA29-9052-75807A52B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2325CC6-05F4-3424-1632-0ABA7E84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E4D7CDE-24D5-2A04-C90F-81F0C9D7C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03923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3F3F5D-75AD-40AD-4CAA-BB2BCBDA6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58FF728-D5F2-FBDD-88CB-D99AF5134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4A43E92-9BB8-215F-42C5-991CF415D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DD8638C-BDE2-7BE0-061A-BA9101FD4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E1300DA-C1E4-E0A0-00B9-6DD1B1B65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1928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1368FCAD-531B-E173-FAAB-D2DB17129E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FAE856E7-11FC-66A7-2276-FAE08D8B88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71B5D92-F87B-46D2-7A86-80869BE9F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4E2F396-A80D-8923-F5B7-E8275FCC4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BF34564-2E7B-BAF3-AB86-2E96A18FC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9298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E57F8EE6-3A39-8D68-D075-4B5A9816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C713D49-DD00-0B6E-2C6D-C53CFAC3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D36F625-97FE-F031-AF28-905D5C83CB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E3E9D-3370-406B-97AC-B45C076020EF}" type="datetimeFigureOut">
              <a:rPr lang="nl-NL" smtClean="0"/>
              <a:t>9-10-2026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26E4A22-1266-CB18-5362-5C033844E4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A61C869F-69CE-E178-7572-90723D19C1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2955B8-755B-4285-8CF3-CFC63D48371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9766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BFCFD93-5C46-40C2-54BA-0BD560B3A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345" y="643467"/>
            <a:ext cx="863731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5726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7C17D7D-833C-B33F-B0B3-7C566A0B3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759" y="643467"/>
            <a:ext cx="9442482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8109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5B7BAB4-2408-3A1E-A57C-4885ABAF1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6905" y="643467"/>
            <a:ext cx="8878190" cy="5571065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666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A8770DA-1790-69E3-AEA4-9D0617D8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4432" y="643467"/>
            <a:ext cx="9363136" cy="55710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3062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694E022A-789B-D94D-FA23-D35290542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16364"/>
            <a:ext cx="10905066" cy="5425271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06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95D73D53-A988-045A-B12A-DC1A944C18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6021" y="580062"/>
            <a:ext cx="7039957" cy="3734321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9337150-66F1-5AF4-6E48-4C9CE2ED9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308" y="5977009"/>
            <a:ext cx="4915586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596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CB1BEA4-9D00-68C6-C5E6-DE6A4B45F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515" y="643467"/>
            <a:ext cx="4818970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24513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0</Words>
  <Application>Microsoft Office PowerPoint</Application>
  <PresentationFormat>Breedbeeld</PresentationFormat>
  <Paragraphs>0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Vink</dc:creator>
  <cp:lastModifiedBy>Patrick Vink</cp:lastModifiedBy>
  <cp:revision>3</cp:revision>
  <dcterms:created xsi:type="dcterms:W3CDTF">2026-10-09T13:05:53Z</dcterms:created>
  <dcterms:modified xsi:type="dcterms:W3CDTF">2026-10-09T13:19:30Z</dcterms:modified>
</cp:coreProperties>
</file>